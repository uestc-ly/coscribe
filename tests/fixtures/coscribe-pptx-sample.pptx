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332eec6345401a" /><Relationship Type="http://schemas.openxmlformats.org/officeDocument/2006/relationships/extended-properties" Target="/docProps/app.xml" Id="R5c280a10a712475e" /><Relationship Type="http://schemas.openxmlformats.org/officeDocument/2006/relationships/officeDocument" Target="/ppt/presentation.xml" Id="R057e35b383d643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988dc8557c4520"/>
  </p:sldMasterIdLst>
  <p:notesMasterIdLst>
    <p:notesMasterId xmlns:r="http://schemas.openxmlformats.org/officeDocument/2006/relationships" r:id="R22e361c192ec40e8"/>
  </p:notesMasterIdLst>
  <p:sldIdLst>
    <p:sldId xmlns:r="http://schemas.openxmlformats.org/officeDocument/2006/relationships" id="256" r:id="Rcdef6ab6522f43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a9012088e487a" /><Relationship Type="http://schemas.openxmlformats.org/officeDocument/2006/relationships/slideMaster" Target="/ppt/slideMasters/slideMaster1.xml" Id="R82988dc8557c4520" /><Relationship Type="http://schemas.openxmlformats.org/officeDocument/2006/relationships/notesMaster" Target="/ppt/notesMasters/notesMaster1.xml" Id="R22e361c192ec40e8" /><Relationship Type="http://schemas.openxmlformats.org/officeDocument/2006/relationships/presProps" Target="/ppt/presProps.xml" Id="R29f466ab1f644887" /><Relationship Type="http://schemas.openxmlformats.org/officeDocument/2006/relationships/tableStyles" Target="/ppt/tableStyles.xml" Id="R48f50cfd4dbc4f3c" /><Relationship Type="http://schemas.openxmlformats.org/officeDocument/2006/relationships/slide" Target="/ppt/slides/slide1.xml" Id="Rcdef6ab6522f43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db91a8dc32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d7eb7dac1b4ec2" /><Relationship Type="http://schemas.openxmlformats.org/officeDocument/2006/relationships/notesMaster" Target="/ppt/notesMasters/notesMaster1.xml" Id="Re429320264e748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3086dc7aa4f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8edcac3d3d4090" /><Relationship Type="http://schemas.openxmlformats.org/officeDocument/2006/relationships/slideLayout" Target="/ppt/slideLayouts/slideLayout1.xml" Id="R239452d9920744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9452d9920744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4f4d52e13452f" /><Relationship Type="http://schemas.openxmlformats.org/officeDocument/2006/relationships/notesSlide" Target="/ppt/notesSlides/notesSlide1.xml" Id="R97e4003683b445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065DC14-8E8F-481B-84B4-B365BE68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4FC7"/>
                </a:solidFill>
              </a:defRPr>
            </a:pPr>
            <a:r>
              <a:rPr sz="1350" b="1">
                <a:solidFill>
                  <a:srgbClr val="6F4FC7"/>
                </a:solidFill>
              </a:rPr>
              <a:t>COSCRIBE · POWERPOINT FIXTURE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AB529C-DEE0-4877-BD7B-F679170F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126"/>
                </a:solidFill>
              </a:defRPr>
            </a:pPr>
            <a:r>
              <a:rPr sz="3750" b="1">
                <a:solidFill>
                  <a:srgbClr val="202126"/>
                </a:solidFill>
              </a:rPr>
              <a:t>CoScribe 可以直接阅读 PPTX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FAA0A16-C646-416F-89A3-B11ED28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C4D56"/>
                </a:solidFill>
              </a:defRPr>
            </a:pPr>
            <a:r>
              <a:rPr sz="2025">
                <a:solidFill>
                  <a:srgbClr val="4C4D56"/>
                </a:solidFill>
              </a:rPr>
              <a:t>PPTX_TEXT_SENTINEL</a:t>
            </a:r>
          </a:p>
          <a:p xmlns:a="http://schemas.openxmlformats.org/drawingml/2006/main">
            <a:pPr>
              <a:defRPr sz="2025">
                <a:solidFill>
                  <a:srgbClr val="4C4D56"/>
                </a:solidFill>
              </a:defRPr>
            </a:pPr>
            <a:r>
              <a:rPr sz="2025">
                <a:solidFill>
                  <a:srgbClr val="4C4D56"/>
                </a:solidFill>
              </a:rPr>
              <a:t>幻灯片在本地渲染，正文可以进入项目搜索与 AI 上下文。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E1A279-F34A-49AE-965D-EEEF0100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4757E"/>
                </a:solidFill>
              </a:defRPr>
            </a:pPr>
            <a:r>
              <a:rPr sz="1350">
                <a:solidFill>
                  <a:srgbClr val="74757E"/>
                </a:solidFill>
              </a:rPr>
              <a:t>只读渲染 · 本地文字提取 · 标准 PPTX 文件</a:t>
            </a:r>
          </a:p>
        </p:txBody>
      </p:sp>
    </p:spTree>
    <p:extLst>
      <p:ext uri="{BB962C8B-B14F-4D97-AF65-F5344CB8AC3E}">
        <p14:creationId xmlns:p14="http://schemas.microsoft.com/office/powerpoint/2010/main" val="277740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2026-07-22T11:06:18.8070000Z</dcterms:created>
  <dcterms:modified xsi:type="dcterms:W3CDTF">2026-07-22T11:06:18.8070000Z</dcterms:modified>
</coreProperties>
</file>